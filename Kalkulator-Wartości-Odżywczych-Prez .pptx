
<file path=[Content_Types].xml><?xml version="1.0" encoding="utf-8"?>
<Types xmlns="http://schemas.openxmlformats.org/package/2006/content-types">
  <Default Extension="emf" ContentType="image/x-emf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9" r:id="rId4"/>
    <p:sldId id="261" r:id="rId5"/>
    <p:sldId id="262" r:id="rId6"/>
    <p:sldId id="263" r:id="rId7"/>
    <p:sldId id="260" r:id="rId8"/>
    <p:sldId id="264" r:id="rId9"/>
    <p:sldId id="265" r:id="rId10"/>
    <p:sldId id="258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1747137-5FE4-467F-8E06-B21C9D0AA0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336F935-33F0-47F3-B8C2-4FAD9C326B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4B38294-1D2E-4F4C-B2E6-5844AAE83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8500B-C4F2-4F09-BEFF-0F8D01FF4011}" type="datetimeFigureOut">
              <a:rPr lang="pl-PL" smtClean="0"/>
              <a:t>16.01.2020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11FA092-D5B5-426E-A0E9-F2F06B3E3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1369FC1-8462-4AE6-BD59-449E83F3F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AA4BF-D611-406F-8BC6-35C57611301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36701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A5168A5-7C42-4B0B-875B-BCBD1E86C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1BF5344-4D42-4AA5-A216-1BFBC5053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7D1D969-D46A-4D2A-852B-88C0475DB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8500B-C4F2-4F09-BEFF-0F8D01FF4011}" type="datetimeFigureOut">
              <a:rPr lang="pl-PL" smtClean="0"/>
              <a:t>16.01.2020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16E094B-9253-428C-8EED-9D6F9B66C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8CE2291-8063-49AC-9083-155952DC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AA4BF-D611-406F-8BC6-35C57611301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64924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23A4E10-8AAB-47F9-80A3-EAFC36C21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B848B3E1-B80C-4165-AFD4-528D639C0F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A4AF4DA-7665-43BA-8847-8A7A0FFBD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8500B-C4F2-4F09-BEFF-0F8D01FF4011}" type="datetimeFigureOut">
              <a:rPr lang="pl-PL" smtClean="0"/>
              <a:t>16.01.2020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51C32A5-31F8-4318-B6C2-C393B006A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DDD8A83-3C53-475C-8482-BF44D5143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AA4BF-D611-406F-8BC6-35C57611301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42760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CE005E5-0A90-4E42-92E6-61C9C537A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76FA031-35B7-4B1A-B2A2-23CA18FF8B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5B9B1825-5D58-4A50-9C77-CEE6143C23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47CCEAD3-E410-4EEF-9EB2-64A092E97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8500B-C4F2-4F09-BEFF-0F8D01FF4011}" type="datetimeFigureOut">
              <a:rPr lang="pl-PL" smtClean="0"/>
              <a:t>16.01.2020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D3ABB2C-C773-4DE9-B3C2-24A5A4F9B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8805CC3-CAD6-49E9-A6D5-375DE4701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AA4BF-D611-406F-8BC6-35C57611301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40662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B574C72-2376-4365-BBB5-A6663C486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5C37191-52F8-4799-8853-2560EBE2F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DC18ABE-5279-4516-939A-F42ED456AF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7B33BED3-E3CD-49E3-91F7-FCFB625BBE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5AA3DE6B-05CE-4FEB-9D15-AE1CCF9DD3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B76B1EF1-4F0C-40AC-8598-6690FC388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8500B-C4F2-4F09-BEFF-0F8D01FF4011}" type="datetimeFigureOut">
              <a:rPr lang="pl-PL" smtClean="0"/>
              <a:t>16.01.2020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54CDC0EA-09BF-46A2-B12D-82155B911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EF308C43-E77C-4203-8B02-607CB3328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AA4BF-D611-406F-8BC6-35C57611301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29290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190F0B6-780D-490C-A305-C1A6C84FF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49501A83-86A6-48F8-858C-A13DE8A53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8500B-C4F2-4F09-BEFF-0F8D01FF4011}" type="datetimeFigureOut">
              <a:rPr lang="pl-PL" smtClean="0"/>
              <a:t>16.01.2020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F39E75B8-A4F4-43F7-BEFC-DC9DAAB85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4BDB9144-4C0C-419F-B791-DE7350A61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AA4BF-D611-406F-8BC6-35C57611301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85529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C1526B70-0AA9-43CF-92D6-922C08140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8500B-C4F2-4F09-BEFF-0F8D01FF4011}" type="datetimeFigureOut">
              <a:rPr lang="pl-PL" smtClean="0"/>
              <a:t>16.01.2020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19E79C8A-66E5-4C14-8448-04D053E87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E15118D9-E110-45D8-9EC7-FF7416860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AA4BF-D611-406F-8BC6-35C57611301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74692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E7FEDD1-94FE-465B-86FE-D0C8C8CE4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C019C23-E142-4EF7-8839-13F8A28B9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C28C86C8-CF7A-4EA1-9FEB-374AF3406F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7F5D665-1EC9-47A2-BD06-7FB742073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8500B-C4F2-4F09-BEFF-0F8D01FF4011}" type="datetimeFigureOut">
              <a:rPr lang="pl-PL" smtClean="0"/>
              <a:t>16.01.2020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1ED1C58A-25D6-4C71-A48A-9F229F389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13B407E4-E888-4B61-85AB-5DB21B522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AA4BF-D611-406F-8BC6-35C57611301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8438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FCC214A-0673-41CC-BF60-D94A6D2C1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B4E41938-1C2A-4687-B39F-0581B9A4B7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051DCDA2-88E7-4604-A5A0-9DCEDA8562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6FDF3393-1411-4ACA-AEF2-85075471F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8500B-C4F2-4F09-BEFF-0F8D01FF4011}" type="datetimeFigureOut">
              <a:rPr lang="pl-PL" smtClean="0"/>
              <a:t>16.01.2020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E8AADCB1-49F0-450A-9150-F158D9166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07622890-28E1-4200-877F-094DFAF62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AA4BF-D611-406F-8BC6-35C57611301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14548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4DEA665-E62E-4034-8338-D18E9DA50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BC67F904-B59F-44DE-932C-9FB6B88768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99E4AE6-58F5-4B21-85A0-1BBEC9C19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8500B-C4F2-4F09-BEFF-0F8D01FF4011}" type="datetimeFigureOut">
              <a:rPr lang="pl-PL" smtClean="0"/>
              <a:t>16.01.2020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B10EEBE-C85B-45A6-9BAB-8481CDDCF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FE82CC6-A3F4-4F90-A1F5-F9585FDBC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AA4BF-D611-406F-8BC6-35C57611301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7691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8F0380FC-6E77-4286-A64D-DB90E98608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F88C4849-DB11-4045-B485-0C87A5E2CB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904ABA4-58EC-435E-878E-2FD9C6DA1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8500B-C4F2-4F09-BEFF-0F8D01FF4011}" type="datetimeFigureOut">
              <a:rPr lang="pl-PL" smtClean="0"/>
              <a:t>16.01.2020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3DC7250-B674-4209-9E9F-7DC832413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EC9A683-35FA-4DED-BB84-0D6804E65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AA4BF-D611-406F-8BC6-35C57611301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47113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8500B-C4F2-4F09-BEFF-0F8D01FF4011}" type="datetimeFigureOut">
              <a:rPr lang="pl-PL" smtClean="0"/>
              <a:t>16.01.2020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AA4BF-D611-406F-8BC6-35C57611301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96488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365495AC-46DF-4D67-8929-81F4BB354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263D9F33-C776-457E-85A8-43F6223A71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DFFF357-8076-4671-B89C-C22CA7CF68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58500B-C4F2-4F09-BEFF-0F8D01FF4011}" type="datetimeFigureOut">
              <a:rPr lang="pl-PL" smtClean="0"/>
              <a:t>16.01.2020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8F148CF5-E433-4035-9546-B86B323E8E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F5BC112-61A3-4FC4-A3D3-1EA66EE2D9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EAA4BF-D611-406F-8BC6-35C57611301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84440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96F56CA-E638-463E-9DD2-B00360050D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30477"/>
            <a:ext cx="9144000" cy="2387600"/>
          </a:xfrm>
        </p:spPr>
        <p:txBody>
          <a:bodyPr/>
          <a:lstStyle/>
          <a:p>
            <a:r>
              <a:rPr lang="pl-PL" dirty="0"/>
              <a:t>Kalkulator Wartości Odżywczych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77AD88B2-1A21-4051-9580-3EE51FD9EF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l-PL" sz="3200" dirty="0"/>
              <a:t>Zmień swoją dietę już dziś!</a:t>
            </a:r>
          </a:p>
        </p:txBody>
      </p:sp>
    </p:spTree>
    <p:extLst>
      <p:ext uri="{BB962C8B-B14F-4D97-AF65-F5344CB8AC3E}">
        <p14:creationId xmlns:p14="http://schemas.microsoft.com/office/powerpoint/2010/main" val="467180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EF7991B-A95F-45A8-AF42-0EBBE4E8D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Harmonogram prac</a:t>
            </a:r>
          </a:p>
        </p:txBody>
      </p:sp>
      <p:pic>
        <p:nvPicPr>
          <p:cNvPr id="6" name="Symbol zastępczy zawartości 5">
            <a:extLst>
              <a:ext uri="{FF2B5EF4-FFF2-40B4-BE49-F238E27FC236}">
                <a16:creationId xmlns:a16="http://schemas.microsoft.com/office/drawing/2014/main" id="{05519D6B-03FC-4E7C-92F5-9705AA798335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580112" y="2778195"/>
            <a:ext cx="9569925" cy="13016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73560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C398EC9-2E9F-48E4-869B-A71E8BA30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6396" y="0"/>
            <a:ext cx="10364451" cy="1596177"/>
          </a:xfrm>
        </p:spPr>
        <p:txBody>
          <a:bodyPr/>
          <a:lstStyle/>
          <a:p>
            <a:r>
              <a:rPr lang="pl-PL" dirty="0"/>
              <a:t>Działanie programu</a:t>
            </a:r>
          </a:p>
        </p:txBody>
      </p:sp>
      <p:pic>
        <p:nvPicPr>
          <p:cNvPr id="4" name="Symbol zastępczy zawartości 3">
            <a:extLst>
              <a:ext uri="{FF2B5EF4-FFF2-40B4-BE49-F238E27FC236}">
                <a16:creationId xmlns:a16="http://schemas.microsoft.com/office/drawing/2014/main" id="{A447EF50-DAA0-4748-A6ED-74BDB088F9E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947052" y="1114929"/>
            <a:ext cx="8623138" cy="5322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961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92DDBEC6-DC2D-47EF-873D-E765957B8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9499" y="725302"/>
            <a:ext cx="6153001" cy="48877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19069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 descr="Obraz zawierający zrzut ekranu&#10;&#10;Opis wygenerowany automatycznie">
            <a:extLst>
              <a:ext uri="{FF2B5EF4-FFF2-40B4-BE49-F238E27FC236}">
                <a16:creationId xmlns:a16="http://schemas.microsoft.com/office/drawing/2014/main" id="{BC96808E-18A7-49D3-98A6-E1F533568E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0631" y="1138991"/>
            <a:ext cx="5730737" cy="45800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19138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 descr="Obraz zawierający zrzut ekranu&#10;&#10;Opis wygenerowany automatycznie">
            <a:extLst>
              <a:ext uri="{FF2B5EF4-FFF2-40B4-BE49-F238E27FC236}">
                <a16:creationId xmlns:a16="http://schemas.microsoft.com/office/drawing/2014/main" id="{39259E06-F883-4FEA-8ADF-1AE8B7EAB4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102" y="1146612"/>
            <a:ext cx="5715495" cy="45647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Obraz 5" descr="Obraz zawierający zrzut ekranu&#10;&#10;Opis wygenerowany automatycznie">
            <a:extLst>
              <a:ext uri="{FF2B5EF4-FFF2-40B4-BE49-F238E27FC236}">
                <a16:creationId xmlns:a16="http://schemas.microsoft.com/office/drawing/2014/main" id="{7827A97E-A5A0-4C55-BF85-4ADFFB94AD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5603" y="2028717"/>
            <a:ext cx="3871295" cy="2476715"/>
          </a:xfrm>
          <a:prstGeom prst="rect">
            <a:avLst/>
          </a:prstGeom>
          <a:ln w="76200">
            <a:solidFill>
              <a:srgbClr val="000000"/>
            </a:solidFill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948455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B61D65B-0BCE-4DA9-A02B-ABA20F05E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Testy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70C83E2-C5C5-4E50-92BB-ED559DD697B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pl-PL" dirty="0"/>
              <a:t>Scenariusz testowy:</a:t>
            </a:r>
          </a:p>
          <a:p>
            <a:pPr marL="514350" lvl="0" indent="-514350">
              <a:buFont typeface="+mj-lt"/>
              <a:buAutoNum type="arabicPeriod"/>
            </a:pPr>
            <a:r>
              <a:rPr lang="pl-PL" dirty="0"/>
              <a:t>Przejdź do zakładki „Przelicz”</a:t>
            </a:r>
          </a:p>
          <a:p>
            <a:pPr marL="514350" lvl="0" indent="-514350">
              <a:buFont typeface="+mj-lt"/>
              <a:buAutoNum type="arabicPeriod"/>
            </a:pPr>
            <a:r>
              <a:rPr lang="pl-PL" dirty="0"/>
              <a:t>Naciśnij przycisk „</a:t>
            </a:r>
            <a:r>
              <a:rPr lang="pl-PL" dirty="0" err="1"/>
              <a:t>Add</a:t>
            </a:r>
            <a:r>
              <a:rPr lang="pl-PL" dirty="0"/>
              <a:t>”</a:t>
            </a:r>
          </a:p>
          <a:p>
            <a:pPr marL="514350" lvl="0" indent="-514350">
              <a:buFont typeface="+mj-lt"/>
              <a:buAutoNum type="arabicPeriod"/>
            </a:pPr>
            <a:r>
              <a:rPr lang="pl-PL" dirty="0"/>
              <a:t>Wprowadź dowolny produkt i podaj dowolną ilość produktu</a:t>
            </a:r>
          </a:p>
          <a:p>
            <a:pPr marL="514350" lvl="0" indent="-514350">
              <a:buFont typeface="+mj-lt"/>
              <a:buAutoNum type="arabicPeriod"/>
            </a:pPr>
            <a:r>
              <a:rPr lang="pl-PL" dirty="0"/>
              <a:t>Powtórz krok 3 .i 4. tylko wybierz dowolny inny produkt niż w kroku 4</a:t>
            </a:r>
          </a:p>
          <a:p>
            <a:pPr marL="514350" lvl="0" indent="-514350">
              <a:buFont typeface="+mj-lt"/>
              <a:buAutoNum type="arabicPeriod"/>
            </a:pPr>
            <a:r>
              <a:rPr lang="pl-PL" dirty="0"/>
              <a:t>Naciśnij przycisku „wylicz”</a:t>
            </a:r>
          </a:p>
          <a:p>
            <a:pPr marL="514350" lvl="0" indent="-514350">
              <a:buFont typeface="+mj-lt"/>
              <a:buAutoNum type="arabicPeriod"/>
            </a:pPr>
            <a:r>
              <a:rPr lang="pl-PL" dirty="0"/>
              <a:t>Naciśnij przycisk „anuluj” na komunikacie </a:t>
            </a:r>
          </a:p>
          <a:p>
            <a:pPr marL="514350" lvl="0" indent="-514350">
              <a:buFont typeface="+mj-lt"/>
              <a:buAutoNum type="arabicPeriod"/>
            </a:pPr>
            <a:r>
              <a:rPr lang="pl-PL" dirty="0"/>
              <a:t>Zamknięcie programu przez naciśnięcie przycisku w górnym prawym ekranie.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694883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andicam 2020-01-15 14-20-30-502">
            <a:hlinkClick r:id="" action="ppaction://media"/>
            <a:extLst>
              <a:ext uri="{FF2B5EF4-FFF2-40B4-BE49-F238E27FC236}">
                <a16:creationId xmlns:a16="http://schemas.microsoft.com/office/drawing/2014/main" id="{E1E3FABE-7BA7-4517-9899-7B5C7C4DBCF3}"/>
              </a:ext>
            </a:extLst>
          </p:cNvPr>
          <p:cNvPicPr>
            <a:picLocks noGrp="1" noChangeAspect="1"/>
          </p:cNvPicPr>
          <p:nvPr>
            <p:ph sz="quarter" idx="13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623843" y="909000"/>
            <a:ext cx="6944313" cy="5040000"/>
          </a:xfrm>
        </p:spPr>
      </p:pic>
    </p:spTree>
    <p:extLst>
      <p:ext uri="{BB962C8B-B14F-4D97-AF65-F5344CB8AC3E}">
        <p14:creationId xmlns:p14="http://schemas.microsoft.com/office/powerpoint/2010/main" val="3002515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46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andicam 2020-01-15 16-42-13-166">
            <a:hlinkClick r:id="" action="ppaction://media"/>
            <a:extLst>
              <a:ext uri="{FF2B5EF4-FFF2-40B4-BE49-F238E27FC236}">
                <a16:creationId xmlns:a16="http://schemas.microsoft.com/office/drawing/2014/main" id="{235526BA-AE9A-4519-8E34-50C3A461AAFF}"/>
              </a:ext>
            </a:extLst>
          </p:cNvPr>
          <p:cNvPicPr>
            <a:picLocks noGrp="1" noChangeAspect="1"/>
          </p:cNvPicPr>
          <p:nvPr>
            <p:ph sz="quarter" idx="13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623844" y="909000"/>
            <a:ext cx="6944312" cy="5040000"/>
          </a:xfrm>
        </p:spPr>
      </p:pic>
    </p:spTree>
    <p:extLst>
      <p:ext uri="{BB962C8B-B14F-4D97-AF65-F5344CB8AC3E}">
        <p14:creationId xmlns:p14="http://schemas.microsoft.com/office/powerpoint/2010/main" val="4039873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933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D21630E-03DC-46A7-89F7-28F2B21C9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GIT</a:t>
            </a:r>
          </a:p>
        </p:txBody>
      </p:sp>
      <p:pic>
        <p:nvPicPr>
          <p:cNvPr id="5" name="Symbol zastępczy zawartości 4" descr="Obraz zawierający zrzut ekranu&#10;&#10;Opis wygenerowany automatycznie">
            <a:extLst>
              <a:ext uri="{FF2B5EF4-FFF2-40B4-BE49-F238E27FC236}">
                <a16:creationId xmlns:a16="http://schemas.microsoft.com/office/drawing/2014/main" id="{297D5B1A-63BB-49BC-A08B-003EAC75A21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3605" y="1690688"/>
            <a:ext cx="6584789" cy="44910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55846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ymbol zastępczy zawartości 3">
            <a:extLst>
              <a:ext uri="{FF2B5EF4-FFF2-40B4-BE49-F238E27FC236}">
                <a16:creationId xmlns:a16="http://schemas.microsoft.com/office/drawing/2014/main" id="{56E54099-A388-44DE-8630-A428400BF2A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891151" y="1276349"/>
            <a:ext cx="8409697" cy="31908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595424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ymbol zastępczy zawartości 6" descr="Obraz zawierający zrzut ekranu&#10;&#10;Opis wygenerowany automatycznie">
            <a:extLst>
              <a:ext uri="{FF2B5EF4-FFF2-40B4-BE49-F238E27FC236}">
                <a16:creationId xmlns:a16="http://schemas.microsoft.com/office/drawing/2014/main" id="{99092693-4D0C-40AC-B000-F34C3CAFE4D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9699" y="1104900"/>
            <a:ext cx="7012602" cy="4648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284364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ymbol zastępczy zawartości 4" descr="Obraz zawierający zrzut ekranu&#10;&#10;Opis wygenerowany automatycznie">
            <a:extLst>
              <a:ext uri="{FF2B5EF4-FFF2-40B4-BE49-F238E27FC236}">
                <a16:creationId xmlns:a16="http://schemas.microsoft.com/office/drawing/2014/main" id="{4552124C-8241-4E37-A93F-DCBE3351AD6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101" y="1138237"/>
            <a:ext cx="7781798" cy="4581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102505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1F166E4-26CB-43FA-A08D-1991617FC8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087" y="2859889"/>
            <a:ext cx="10363826" cy="113822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l-PL" sz="7200" dirty="0"/>
              <a:t>WNIOSKI</a:t>
            </a:r>
          </a:p>
        </p:txBody>
      </p:sp>
    </p:spTree>
    <p:extLst>
      <p:ext uri="{BB962C8B-B14F-4D97-AF65-F5344CB8AC3E}">
        <p14:creationId xmlns:p14="http://schemas.microsoft.com/office/powerpoint/2010/main" val="2847715430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426</TotalTime>
  <Words>76</Words>
  <Application>Microsoft Office PowerPoint</Application>
  <PresentationFormat>Panoramiczny</PresentationFormat>
  <Paragraphs>15</Paragraphs>
  <Slides>14</Slides>
  <Notes>0</Notes>
  <HiddenSlides>0</HiddenSlides>
  <MMClips>2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Motyw pakietu Office</vt:lpstr>
      <vt:lpstr>Kalkulator Wartości Odżywczych</vt:lpstr>
      <vt:lpstr>Harmonogram prac</vt:lpstr>
      <vt:lpstr>Działanie programu</vt:lpstr>
      <vt:lpstr>Prezentacja programu PowerPoint</vt:lpstr>
      <vt:lpstr>Prezentacja programu PowerPoint</vt:lpstr>
      <vt:lpstr>Prezentacja programu PowerPoint</vt:lpstr>
      <vt:lpstr>Testy</vt:lpstr>
      <vt:lpstr>Prezentacja programu PowerPoint</vt:lpstr>
      <vt:lpstr>Prezentacja programu PowerPoint</vt:lpstr>
      <vt:lpstr>GIT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Kalkulator Wartości Odżywczych</dc:title>
  <dc:creator>Filip Grochala</dc:creator>
  <cp:lastModifiedBy>Filip Grochala</cp:lastModifiedBy>
  <cp:revision>13</cp:revision>
  <dcterms:created xsi:type="dcterms:W3CDTF">2020-01-13T17:27:58Z</dcterms:created>
  <dcterms:modified xsi:type="dcterms:W3CDTF">2020-01-16T18:27:26Z</dcterms:modified>
</cp:coreProperties>
</file>